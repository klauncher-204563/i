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7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Еволюція </a:t>
            </a:r>
            <a:r>
              <a:rPr lang="en-US" dirty="0" smtClean="0"/>
              <a:t>GPU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Доброго дня!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GPU </a:t>
            </a:r>
            <a:r>
              <a:rPr lang="ru-RU" dirty="0" smtClean="0"/>
              <a:t>у 2010 </a:t>
            </a:r>
            <a:r>
              <a:rPr lang="ru-RU" dirty="0" err="1" smtClean="0"/>
              <a:t>році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 err="1" smtClean="0"/>
              <a:t>Сьогодні</a:t>
            </a:r>
            <a:r>
              <a:rPr lang="ru-RU" dirty="0" smtClean="0"/>
              <a:t> я </a:t>
            </a:r>
            <a:r>
              <a:rPr lang="ru-RU" dirty="0" err="1" smtClean="0"/>
              <a:t>пропоную</a:t>
            </a:r>
            <a:r>
              <a:rPr lang="ru-RU" dirty="0" smtClean="0"/>
              <a:t> вам </a:t>
            </a:r>
            <a:r>
              <a:rPr lang="ru-RU" dirty="0" err="1" smtClean="0"/>
              <a:t>коротку</a:t>
            </a:r>
            <a:r>
              <a:rPr lang="ru-RU" dirty="0" smtClean="0"/>
              <a:t>, </a:t>
            </a:r>
            <a:r>
              <a:rPr lang="ru-RU" dirty="0" err="1" smtClean="0"/>
              <a:t>але</a:t>
            </a:r>
            <a:r>
              <a:rPr lang="ru-RU" dirty="0" smtClean="0"/>
              <a:t> </a:t>
            </a:r>
            <a:r>
              <a:rPr lang="ru-RU" dirty="0" err="1" smtClean="0"/>
              <a:t>цікаву</a:t>
            </a:r>
            <a:r>
              <a:rPr lang="ru-RU" dirty="0" smtClean="0"/>
              <a:t> </a:t>
            </a:r>
            <a:r>
              <a:rPr lang="ru-RU" dirty="0" err="1" smtClean="0"/>
              <a:t>подорож</a:t>
            </a:r>
            <a:r>
              <a:rPr lang="ru-RU" dirty="0" smtClean="0"/>
              <a:t> у </a:t>
            </a:r>
            <a:r>
              <a:rPr lang="ru-RU" dirty="0" err="1" smtClean="0"/>
              <a:t>світ</a:t>
            </a:r>
            <a:r>
              <a:rPr lang="ru-RU" dirty="0" smtClean="0"/>
              <a:t> </a:t>
            </a:r>
            <a:r>
              <a:rPr lang="ru-RU" dirty="0" err="1" smtClean="0"/>
              <a:t>технологій</a:t>
            </a:r>
            <a:r>
              <a:rPr lang="ru-RU" dirty="0" smtClean="0"/>
              <a:t> — </a:t>
            </a:r>
            <a:r>
              <a:rPr lang="ru-RU" dirty="0" err="1" smtClean="0"/>
              <a:t>поговоримо</a:t>
            </a:r>
            <a:r>
              <a:rPr lang="ru-RU" dirty="0" smtClean="0"/>
              <a:t> про те, як </a:t>
            </a:r>
            <a:r>
              <a:rPr lang="ru-RU" dirty="0" err="1" smtClean="0"/>
              <a:t>відеокарти</a:t>
            </a:r>
            <a:r>
              <a:rPr lang="ru-RU" dirty="0" smtClean="0"/>
              <a:t>, </a:t>
            </a:r>
            <a:r>
              <a:rPr lang="ru-RU" dirty="0" err="1" smtClean="0"/>
              <a:t>або</a:t>
            </a:r>
            <a:r>
              <a:rPr lang="ru-RU" dirty="0" smtClean="0"/>
              <a:t> GPU, </a:t>
            </a:r>
            <a:r>
              <a:rPr lang="ru-RU" dirty="0" err="1" smtClean="0"/>
              <a:t>всього</a:t>
            </a:r>
            <a:r>
              <a:rPr lang="ru-RU" dirty="0" smtClean="0"/>
              <a:t> за 15 </a:t>
            </a:r>
            <a:r>
              <a:rPr lang="ru-RU" dirty="0" err="1" smtClean="0"/>
              <a:t>років</a:t>
            </a:r>
            <a:r>
              <a:rPr lang="ru-RU" dirty="0" smtClean="0"/>
              <a:t> </a:t>
            </a:r>
            <a:r>
              <a:rPr lang="ru-RU" dirty="0" err="1" smtClean="0"/>
              <a:t>перетворилися</a:t>
            </a:r>
            <a:r>
              <a:rPr lang="ru-RU" dirty="0" smtClean="0"/>
              <a:t> </a:t>
            </a:r>
            <a:r>
              <a:rPr lang="ru-RU" dirty="0" err="1" smtClean="0"/>
              <a:t>зі</a:t>
            </a:r>
            <a:r>
              <a:rPr lang="ru-RU" dirty="0" smtClean="0"/>
              <a:t> </a:t>
            </a:r>
            <a:r>
              <a:rPr lang="ru-RU" dirty="0" err="1" smtClean="0"/>
              <a:t>звичайної</a:t>
            </a:r>
            <a:r>
              <a:rPr lang="ru-RU" dirty="0" smtClean="0"/>
              <a:t> </a:t>
            </a:r>
            <a:r>
              <a:rPr lang="ru-RU" dirty="0" err="1" smtClean="0"/>
              <a:t>деталі</a:t>
            </a:r>
            <a:r>
              <a:rPr lang="ru-RU" dirty="0" smtClean="0"/>
              <a:t> </a:t>
            </a:r>
            <a:r>
              <a:rPr lang="ru-RU" dirty="0" err="1" smtClean="0"/>
              <a:t>комп’ютера</a:t>
            </a:r>
            <a:r>
              <a:rPr lang="ru-RU" dirty="0" smtClean="0"/>
              <a:t> на </a:t>
            </a:r>
            <a:r>
              <a:rPr lang="ru-RU" dirty="0" err="1" smtClean="0"/>
              <a:t>справжній</a:t>
            </a:r>
            <a:r>
              <a:rPr lang="ru-RU" dirty="0" smtClean="0"/>
              <a:t> </a:t>
            </a:r>
            <a:r>
              <a:rPr lang="ru-RU" dirty="0" err="1" smtClean="0"/>
              <a:t>двигун</a:t>
            </a:r>
            <a:r>
              <a:rPr lang="ru-RU" dirty="0" smtClean="0"/>
              <a:t> </a:t>
            </a:r>
            <a:r>
              <a:rPr lang="ru-RU" dirty="0" err="1" smtClean="0"/>
              <a:t>сучасних</a:t>
            </a:r>
            <a:r>
              <a:rPr lang="ru-RU" dirty="0" smtClean="0"/>
              <a:t> </a:t>
            </a:r>
            <a:r>
              <a:rPr lang="ru-RU" dirty="0" err="1" smtClean="0"/>
              <a:t>інновацій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err="1" smtClean="0"/>
              <a:t>Ще</a:t>
            </a:r>
            <a:r>
              <a:rPr lang="ru-RU" dirty="0" smtClean="0"/>
              <a:t> </a:t>
            </a:r>
            <a:r>
              <a:rPr lang="ru-RU" dirty="0" err="1" smtClean="0"/>
              <a:t>приблизно</a:t>
            </a:r>
            <a:r>
              <a:rPr lang="ru-RU" dirty="0" smtClean="0"/>
              <a:t> у 2010 </a:t>
            </a:r>
            <a:r>
              <a:rPr lang="ru-RU" dirty="0" err="1" smtClean="0"/>
              <a:t>році</a:t>
            </a:r>
            <a:r>
              <a:rPr lang="ru-RU" dirty="0" smtClean="0"/>
              <a:t> </a:t>
            </a:r>
            <a:r>
              <a:rPr lang="ru-RU" dirty="0" err="1" smtClean="0"/>
              <a:t>відеокарту</a:t>
            </a:r>
            <a:r>
              <a:rPr lang="ru-RU" dirty="0" smtClean="0"/>
              <a:t> </a:t>
            </a:r>
            <a:r>
              <a:rPr lang="ru-RU" dirty="0" err="1" smtClean="0"/>
              <a:t>сприймали</a:t>
            </a:r>
            <a:r>
              <a:rPr lang="ru-RU" dirty="0" smtClean="0"/>
              <a:t> </a:t>
            </a:r>
            <a:r>
              <a:rPr lang="ru-RU" dirty="0" err="1" smtClean="0"/>
              <a:t>доволі</a:t>
            </a:r>
            <a:r>
              <a:rPr lang="ru-RU" dirty="0" smtClean="0"/>
              <a:t> просто: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був</a:t>
            </a:r>
            <a:r>
              <a:rPr lang="ru-RU" dirty="0" smtClean="0"/>
              <a:t> компонент для </a:t>
            </a:r>
            <a:r>
              <a:rPr lang="ru-RU" dirty="0" err="1" smtClean="0"/>
              <a:t>ігор</a:t>
            </a:r>
            <a:r>
              <a:rPr lang="ru-RU" dirty="0" smtClean="0"/>
              <a:t>. Вона </a:t>
            </a:r>
            <a:r>
              <a:rPr lang="ru-RU" dirty="0" err="1" smtClean="0"/>
              <a:t>відповідала</a:t>
            </a:r>
            <a:r>
              <a:rPr lang="ru-RU" dirty="0" smtClean="0"/>
              <a:t> за </a:t>
            </a:r>
            <a:r>
              <a:rPr lang="ru-RU" dirty="0" err="1" smtClean="0"/>
              <a:t>якість</a:t>
            </a:r>
            <a:r>
              <a:rPr lang="ru-RU" dirty="0" smtClean="0"/>
              <a:t> </a:t>
            </a:r>
            <a:r>
              <a:rPr lang="ru-RU" dirty="0" err="1" smtClean="0"/>
              <a:t>графіки</a:t>
            </a:r>
            <a:r>
              <a:rPr lang="ru-RU" dirty="0" smtClean="0"/>
              <a:t>, </a:t>
            </a:r>
            <a:r>
              <a:rPr lang="ru-RU" dirty="0" err="1" smtClean="0"/>
              <a:t>робила</a:t>
            </a:r>
            <a:r>
              <a:rPr lang="ru-RU" dirty="0" smtClean="0"/>
              <a:t> </a:t>
            </a:r>
            <a:r>
              <a:rPr lang="ru-RU" dirty="0" err="1" smtClean="0"/>
              <a:t>зображення</a:t>
            </a:r>
            <a:r>
              <a:rPr lang="ru-RU" dirty="0" smtClean="0"/>
              <a:t> </a:t>
            </a:r>
            <a:r>
              <a:rPr lang="ru-RU" dirty="0" err="1" smtClean="0"/>
              <a:t>плавним</a:t>
            </a:r>
            <a:r>
              <a:rPr lang="ru-RU" dirty="0" smtClean="0"/>
              <a:t> </a:t>
            </a:r>
            <a:r>
              <a:rPr lang="ru-RU" dirty="0" err="1" smtClean="0"/>
              <a:t>і</a:t>
            </a:r>
            <a:r>
              <a:rPr lang="ru-RU" dirty="0" smtClean="0"/>
              <a:t> </a:t>
            </a:r>
            <a:r>
              <a:rPr lang="ru-RU" dirty="0" err="1" smtClean="0"/>
              <a:t>приємним</a:t>
            </a:r>
            <a:r>
              <a:rPr lang="ru-RU" dirty="0" smtClean="0"/>
              <a:t> для ока — </a:t>
            </a:r>
            <a:r>
              <a:rPr lang="ru-RU" dirty="0" err="1" smtClean="0"/>
              <a:t>і</a:t>
            </a:r>
            <a:r>
              <a:rPr lang="ru-RU" dirty="0" smtClean="0"/>
              <a:t> на </a:t>
            </a:r>
            <a:r>
              <a:rPr lang="ru-RU" dirty="0" err="1" smtClean="0"/>
              <a:t>цьому</a:t>
            </a:r>
            <a:r>
              <a:rPr lang="ru-RU" dirty="0" smtClean="0"/>
              <a:t> </a:t>
            </a:r>
            <a:r>
              <a:rPr lang="ru-RU" dirty="0" err="1" smtClean="0"/>
              <a:t>її</a:t>
            </a:r>
            <a:r>
              <a:rPr lang="ru-RU" dirty="0" smtClean="0"/>
              <a:t> роль </a:t>
            </a:r>
            <a:r>
              <a:rPr lang="ru-RU" dirty="0" err="1" smtClean="0"/>
              <a:t>ніби</a:t>
            </a:r>
            <a:r>
              <a:rPr lang="ru-RU" dirty="0" smtClean="0"/>
              <a:t> </a:t>
            </a:r>
            <a:r>
              <a:rPr lang="ru-RU" dirty="0" err="1" smtClean="0"/>
              <a:t>закінчувалася</a:t>
            </a:r>
            <a:r>
              <a:rPr lang="ru-RU" dirty="0" smtClean="0"/>
              <a:t>. Але </a:t>
            </a:r>
            <a:r>
              <a:rPr lang="ru-RU" dirty="0" err="1" smtClean="0"/>
              <a:t>виникає</a:t>
            </a:r>
            <a:r>
              <a:rPr lang="ru-RU" dirty="0" smtClean="0"/>
              <a:t> </a:t>
            </a:r>
            <a:r>
              <a:rPr lang="ru-RU" dirty="0" err="1" smtClean="0"/>
              <a:t>логічне</a:t>
            </a:r>
            <a:r>
              <a:rPr lang="ru-RU" dirty="0" smtClean="0"/>
              <a:t> </a:t>
            </a:r>
            <a:r>
              <a:rPr lang="ru-RU" dirty="0" err="1" smtClean="0"/>
              <a:t>питання</a:t>
            </a:r>
            <a:r>
              <a:rPr lang="ru-RU" dirty="0" smtClean="0"/>
              <a:t>: </a:t>
            </a:r>
            <a:r>
              <a:rPr lang="ru-RU" dirty="0" err="1" smtClean="0"/>
              <a:t>чи</a:t>
            </a:r>
            <a:r>
              <a:rPr lang="ru-RU" dirty="0" smtClean="0"/>
              <a:t>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справді</a:t>
            </a:r>
            <a:r>
              <a:rPr lang="ru-RU" dirty="0" smtClean="0"/>
              <a:t> все, на </a:t>
            </a:r>
            <a:r>
              <a:rPr lang="ru-RU" dirty="0" err="1" smtClean="0"/>
              <a:t>що</a:t>
            </a:r>
            <a:r>
              <a:rPr lang="ru-RU" dirty="0" smtClean="0"/>
              <a:t> вона </a:t>
            </a:r>
            <a:r>
              <a:rPr lang="ru-RU" dirty="0" err="1" smtClean="0"/>
              <a:t>здатна</a:t>
            </a:r>
            <a:r>
              <a:rPr lang="ru-RU" dirty="0" smtClean="0"/>
              <a:t>? Як показав </a:t>
            </a:r>
            <a:r>
              <a:rPr lang="ru-RU" dirty="0" err="1" smtClean="0"/>
              <a:t>розвиток</a:t>
            </a:r>
            <a:r>
              <a:rPr lang="ru-RU" dirty="0" smtClean="0"/>
              <a:t> </a:t>
            </a:r>
            <a:r>
              <a:rPr lang="ru-RU" dirty="0" err="1" smtClean="0"/>
              <a:t>технологій</a:t>
            </a:r>
            <a:r>
              <a:rPr lang="ru-RU" dirty="0" smtClean="0"/>
              <a:t> — далеко </a:t>
            </a:r>
            <a:r>
              <a:rPr lang="ru-RU" dirty="0" err="1" smtClean="0"/>
              <a:t>ні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5" name="Содержимое 4" descr="photo_2026-05-07_19-05-14-removebg-preview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3575050" y="2044386"/>
            <a:ext cx="5111750" cy="383602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__________________________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 smtClean="0"/>
              <a:t>Справжній</a:t>
            </a:r>
            <a:r>
              <a:rPr lang="ru-RU" dirty="0" smtClean="0"/>
              <a:t> перелом </a:t>
            </a:r>
            <a:r>
              <a:rPr lang="ru-RU" dirty="0" err="1" smtClean="0"/>
              <a:t>стався</a:t>
            </a:r>
            <a:r>
              <a:rPr lang="ru-RU" dirty="0" smtClean="0"/>
              <a:t> </a:t>
            </a:r>
            <a:r>
              <a:rPr lang="ru-RU" dirty="0" err="1" smtClean="0"/>
              <a:t>з</a:t>
            </a:r>
            <a:r>
              <a:rPr lang="ru-RU" dirty="0" smtClean="0"/>
              <a:t> </a:t>
            </a:r>
            <a:r>
              <a:rPr lang="ru-RU" dirty="0" err="1" smtClean="0"/>
              <a:t>появою</a:t>
            </a:r>
            <a:r>
              <a:rPr lang="ru-RU" dirty="0" smtClean="0"/>
              <a:t> </a:t>
            </a:r>
            <a:r>
              <a:rPr lang="en-US" dirty="0" err="1" smtClean="0"/>
              <a:t>GeForce</a:t>
            </a:r>
            <a:r>
              <a:rPr lang="en-US" dirty="0" smtClean="0"/>
              <a:t> GTX 480. </a:t>
            </a:r>
            <a:r>
              <a:rPr lang="ru-RU" dirty="0" smtClean="0"/>
              <a:t>Вона </a:t>
            </a:r>
            <a:r>
              <a:rPr lang="ru-RU" dirty="0" err="1" smtClean="0"/>
              <a:t>фактично</a:t>
            </a:r>
            <a:r>
              <a:rPr lang="ru-RU" dirty="0" smtClean="0"/>
              <a:t> </a:t>
            </a:r>
            <a:r>
              <a:rPr lang="ru-RU" dirty="0" err="1" smtClean="0"/>
              <a:t>відкрила</a:t>
            </a:r>
            <a:r>
              <a:rPr lang="ru-RU" dirty="0" smtClean="0"/>
              <a:t> </a:t>
            </a:r>
            <a:r>
              <a:rPr lang="ru-RU" dirty="0" err="1" smtClean="0"/>
              <a:t>нову</a:t>
            </a:r>
            <a:r>
              <a:rPr lang="ru-RU" dirty="0" smtClean="0"/>
              <a:t> еру, показавши,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en-US" dirty="0" smtClean="0"/>
              <a:t>GPU </a:t>
            </a:r>
            <a:r>
              <a:rPr lang="ru-RU" dirty="0" err="1" smtClean="0"/>
              <a:t>можуть</a:t>
            </a:r>
            <a:r>
              <a:rPr lang="ru-RU" dirty="0" smtClean="0"/>
              <a:t> </a:t>
            </a:r>
            <a:r>
              <a:rPr lang="ru-RU" dirty="0" err="1" smtClean="0"/>
              <a:t>працювати</a:t>
            </a:r>
            <a:r>
              <a:rPr lang="ru-RU" dirty="0" smtClean="0"/>
              <a:t> не </a:t>
            </a:r>
            <a:r>
              <a:rPr lang="ru-RU" dirty="0" err="1" smtClean="0"/>
              <a:t>лише</a:t>
            </a:r>
            <a:r>
              <a:rPr lang="ru-RU" dirty="0" smtClean="0"/>
              <a:t> </a:t>
            </a:r>
            <a:r>
              <a:rPr lang="ru-RU" dirty="0" err="1" smtClean="0"/>
              <a:t>з</a:t>
            </a:r>
            <a:r>
              <a:rPr lang="ru-RU" dirty="0" smtClean="0"/>
              <a:t> </a:t>
            </a:r>
            <a:r>
              <a:rPr lang="ru-RU" dirty="0" err="1" smtClean="0"/>
              <a:t>графікою</a:t>
            </a:r>
            <a:r>
              <a:rPr lang="ru-RU" dirty="0" smtClean="0"/>
              <a:t>. </a:t>
            </a:r>
            <a:r>
              <a:rPr lang="ru-RU" dirty="0" err="1" smtClean="0"/>
              <a:t>Завдяки</a:t>
            </a:r>
            <a:r>
              <a:rPr lang="ru-RU" dirty="0" smtClean="0"/>
              <a:t> </a:t>
            </a:r>
            <a:r>
              <a:rPr lang="ru-RU" dirty="0" err="1" smtClean="0"/>
              <a:t>архітектурі</a:t>
            </a:r>
            <a:r>
              <a:rPr lang="ru-RU" dirty="0" smtClean="0"/>
              <a:t> </a:t>
            </a:r>
            <a:r>
              <a:rPr lang="en-US" dirty="0" smtClean="0"/>
              <a:t>Fermi </a:t>
            </a:r>
            <a:r>
              <a:rPr lang="ru-RU" dirty="0" smtClean="0"/>
              <a:t>та </a:t>
            </a:r>
            <a:r>
              <a:rPr lang="ru-RU" dirty="0" err="1" smtClean="0"/>
              <a:t>технології</a:t>
            </a:r>
            <a:r>
              <a:rPr lang="ru-RU" dirty="0" smtClean="0"/>
              <a:t> </a:t>
            </a:r>
            <a:r>
              <a:rPr lang="en-US" dirty="0" smtClean="0"/>
              <a:t>CUDA </a:t>
            </a:r>
            <a:r>
              <a:rPr lang="ru-RU" dirty="0" err="1" smtClean="0"/>
              <a:t>відеокарти</a:t>
            </a:r>
            <a:r>
              <a:rPr lang="ru-RU" dirty="0" smtClean="0"/>
              <a:t> почали активно </a:t>
            </a:r>
            <a:r>
              <a:rPr lang="ru-RU" dirty="0" err="1" smtClean="0"/>
              <a:t>використовувати</a:t>
            </a:r>
            <a:r>
              <a:rPr lang="ru-RU" dirty="0" smtClean="0"/>
              <a:t> для </a:t>
            </a:r>
            <a:r>
              <a:rPr lang="ru-RU" dirty="0" err="1" smtClean="0"/>
              <a:t>складних</a:t>
            </a:r>
            <a:r>
              <a:rPr lang="ru-RU" dirty="0" smtClean="0"/>
              <a:t> </a:t>
            </a:r>
            <a:r>
              <a:rPr lang="ru-RU" dirty="0" err="1" smtClean="0"/>
              <a:t>обчислень</a:t>
            </a:r>
            <a:r>
              <a:rPr lang="ru-RU" dirty="0" smtClean="0"/>
              <a:t> — у </a:t>
            </a:r>
            <a:r>
              <a:rPr lang="ru-RU" dirty="0" err="1" smtClean="0"/>
              <a:t>науці</a:t>
            </a:r>
            <a:r>
              <a:rPr lang="ru-RU" dirty="0" smtClean="0"/>
              <a:t>, </a:t>
            </a:r>
            <a:r>
              <a:rPr lang="ru-RU" dirty="0" err="1" smtClean="0"/>
              <a:t>інженерії</a:t>
            </a:r>
            <a:r>
              <a:rPr lang="ru-RU" dirty="0" smtClean="0"/>
              <a:t>, </a:t>
            </a:r>
            <a:r>
              <a:rPr lang="ru-RU" dirty="0" err="1" smtClean="0"/>
              <a:t>моделюванні</a:t>
            </a:r>
            <a:r>
              <a:rPr lang="ru-RU" dirty="0" smtClean="0"/>
              <a:t> та </a:t>
            </a:r>
            <a:r>
              <a:rPr lang="ru-RU" dirty="0" err="1" smtClean="0"/>
              <a:t>навіть</a:t>
            </a:r>
            <a:r>
              <a:rPr lang="ru-RU" dirty="0" smtClean="0"/>
              <a:t> у перших системах штучного </a:t>
            </a:r>
            <a:r>
              <a:rPr lang="ru-RU" dirty="0" err="1" smtClean="0"/>
              <a:t>інтелекту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 smtClean="0"/>
              <a:t>Після</a:t>
            </a:r>
            <a:r>
              <a:rPr lang="ru-RU" dirty="0" smtClean="0"/>
              <a:t> </a:t>
            </a:r>
            <a:r>
              <a:rPr lang="ru-RU" dirty="0" err="1" smtClean="0"/>
              <a:t>цього</a:t>
            </a:r>
            <a:r>
              <a:rPr lang="ru-RU" dirty="0" smtClean="0"/>
              <a:t> </a:t>
            </a:r>
            <a:r>
              <a:rPr lang="ru-RU" dirty="0" err="1" smtClean="0"/>
              <a:t>ринок</a:t>
            </a:r>
            <a:r>
              <a:rPr lang="ru-RU" dirty="0" smtClean="0"/>
              <a:t> буквально “ожив”. </a:t>
            </a:r>
            <a:r>
              <a:rPr lang="en-US" dirty="0" smtClean="0"/>
              <a:t>NVIDIA </a:t>
            </a:r>
            <a:r>
              <a:rPr lang="ru-RU" dirty="0" smtClean="0"/>
              <a:t>та </a:t>
            </a:r>
            <a:r>
              <a:rPr lang="en-US" dirty="0" smtClean="0"/>
              <a:t>AMD </a:t>
            </a:r>
            <a:r>
              <a:rPr lang="ru-RU" dirty="0" smtClean="0"/>
              <a:t>вступили в </a:t>
            </a:r>
            <a:r>
              <a:rPr lang="ru-RU" dirty="0" err="1" smtClean="0"/>
              <a:t>активну</a:t>
            </a:r>
            <a:r>
              <a:rPr lang="ru-RU" dirty="0" smtClean="0"/>
              <a:t> </a:t>
            </a:r>
            <a:r>
              <a:rPr lang="ru-RU" dirty="0" err="1" smtClean="0"/>
              <a:t>конкуренцію</a:t>
            </a:r>
            <a:r>
              <a:rPr lang="ru-RU" dirty="0" smtClean="0"/>
              <a:t>, </a:t>
            </a:r>
            <a:r>
              <a:rPr lang="ru-RU" dirty="0" err="1" smtClean="0"/>
              <a:t>постійно</a:t>
            </a:r>
            <a:r>
              <a:rPr lang="ru-RU" dirty="0" smtClean="0"/>
              <a:t> </a:t>
            </a:r>
            <a:r>
              <a:rPr lang="ru-RU" dirty="0" err="1" smtClean="0"/>
              <a:t>вдосконалюючи</a:t>
            </a:r>
            <a:r>
              <a:rPr lang="ru-RU" dirty="0" smtClean="0"/>
              <a:t> </a:t>
            </a:r>
            <a:r>
              <a:rPr lang="ru-RU" dirty="0" err="1" smtClean="0"/>
              <a:t>свої</a:t>
            </a:r>
            <a:r>
              <a:rPr lang="ru-RU" dirty="0" smtClean="0"/>
              <a:t> </a:t>
            </a:r>
            <a:r>
              <a:rPr lang="ru-RU" dirty="0" err="1" smtClean="0"/>
              <a:t>продукти</a:t>
            </a:r>
            <a:r>
              <a:rPr lang="ru-RU" dirty="0" smtClean="0"/>
              <a:t>. </a:t>
            </a:r>
            <a:r>
              <a:rPr lang="ru-RU" dirty="0" err="1" smtClean="0"/>
              <a:t>Наприклад</a:t>
            </a:r>
            <a:r>
              <a:rPr lang="ru-RU" dirty="0" smtClean="0"/>
              <a:t>, </a:t>
            </a:r>
            <a:r>
              <a:rPr lang="en-US" dirty="0" smtClean="0"/>
              <a:t>GTX 580 </a:t>
            </a:r>
            <a:r>
              <a:rPr lang="ru-RU" dirty="0" err="1" smtClean="0"/>
              <a:t>виправила</a:t>
            </a:r>
            <a:r>
              <a:rPr lang="ru-RU" dirty="0" smtClean="0"/>
              <a:t> </a:t>
            </a:r>
            <a:r>
              <a:rPr lang="ru-RU" dirty="0" err="1" smtClean="0"/>
              <a:t>помилки</a:t>
            </a:r>
            <a:r>
              <a:rPr lang="ru-RU" dirty="0" smtClean="0"/>
              <a:t> </a:t>
            </a:r>
            <a:r>
              <a:rPr lang="ru-RU" dirty="0" err="1" smtClean="0"/>
              <a:t>попередньої</a:t>
            </a:r>
            <a:r>
              <a:rPr lang="ru-RU" dirty="0" smtClean="0"/>
              <a:t> </a:t>
            </a:r>
            <a:r>
              <a:rPr lang="ru-RU" dirty="0" err="1" smtClean="0"/>
              <a:t>моделі</a:t>
            </a:r>
            <a:r>
              <a:rPr lang="ru-RU" dirty="0" smtClean="0"/>
              <a:t>, а </a:t>
            </a:r>
            <a:r>
              <a:rPr lang="en-US" dirty="0" err="1" smtClean="0"/>
              <a:t>Radeon</a:t>
            </a:r>
            <a:r>
              <a:rPr lang="en-US" dirty="0" smtClean="0"/>
              <a:t> HD 6970 </a:t>
            </a:r>
            <a:r>
              <a:rPr lang="ru-RU" dirty="0" err="1" smtClean="0"/>
              <a:t>запропонувала</a:t>
            </a:r>
            <a:r>
              <a:rPr lang="ru-RU" dirty="0" smtClean="0"/>
              <a:t> </a:t>
            </a:r>
            <a:r>
              <a:rPr lang="ru-RU" dirty="0" err="1" smtClean="0"/>
              <a:t>користувачам</a:t>
            </a:r>
            <a:r>
              <a:rPr lang="ru-RU" dirty="0" smtClean="0"/>
              <a:t> </a:t>
            </a:r>
            <a:r>
              <a:rPr lang="ru-RU" dirty="0" err="1" smtClean="0"/>
              <a:t>хорошу</a:t>
            </a:r>
            <a:r>
              <a:rPr lang="ru-RU" dirty="0" smtClean="0"/>
              <a:t> </a:t>
            </a:r>
            <a:r>
              <a:rPr lang="ru-RU" dirty="0" err="1" smtClean="0"/>
              <a:t>продуктивність</a:t>
            </a:r>
            <a:r>
              <a:rPr lang="ru-RU" dirty="0" smtClean="0"/>
              <a:t> за </a:t>
            </a:r>
            <a:r>
              <a:rPr lang="ru-RU" dirty="0" err="1" smtClean="0"/>
              <a:t>доступнішу</a:t>
            </a:r>
            <a:r>
              <a:rPr lang="ru-RU" dirty="0" smtClean="0"/>
              <a:t> </a:t>
            </a:r>
            <a:r>
              <a:rPr lang="ru-RU" dirty="0" err="1" smtClean="0"/>
              <a:t>ціну</a:t>
            </a:r>
            <a:r>
              <a:rPr lang="ru-RU" dirty="0" smtClean="0"/>
              <a:t>. </a:t>
            </a:r>
            <a:r>
              <a:rPr lang="ru-RU" dirty="0" err="1" smtClean="0"/>
              <a:t>Відеокарти</a:t>
            </a:r>
            <a:r>
              <a:rPr lang="ru-RU" dirty="0" smtClean="0"/>
              <a:t> ставали </a:t>
            </a:r>
            <a:r>
              <a:rPr lang="ru-RU" dirty="0" err="1" smtClean="0"/>
              <a:t>дедалі</a:t>
            </a:r>
            <a:r>
              <a:rPr lang="ru-RU" dirty="0" smtClean="0"/>
              <a:t> </a:t>
            </a:r>
            <a:r>
              <a:rPr lang="ru-RU" dirty="0" err="1" smtClean="0"/>
              <a:t>потужнішими</a:t>
            </a:r>
            <a:r>
              <a:rPr lang="ru-RU" dirty="0" smtClean="0"/>
              <a:t>, </a:t>
            </a:r>
            <a:r>
              <a:rPr lang="ru-RU" dirty="0" err="1" smtClean="0"/>
              <a:t>але</a:t>
            </a:r>
            <a:r>
              <a:rPr lang="ru-RU" dirty="0" smtClean="0"/>
              <a:t> </a:t>
            </a:r>
            <a:r>
              <a:rPr lang="ru-RU" dirty="0" err="1" smtClean="0"/>
              <a:t>водночас</a:t>
            </a:r>
            <a:r>
              <a:rPr lang="ru-RU" dirty="0" smtClean="0"/>
              <a:t> росло </a:t>
            </a:r>
            <a:r>
              <a:rPr lang="ru-RU" dirty="0" err="1" smtClean="0"/>
              <a:t>й</a:t>
            </a:r>
            <a:r>
              <a:rPr lang="ru-RU" dirty="0" smtClean="0"/>
              <a:t> </a:t>
            </a:r>
            <a:r>
              <a:rPr lang="ru-RU" dirty="0" err="1" smtClean="0"/>
              <a:t>їхнє</a:t>
            </a:r>
            <a:r>
              <a:rPr lang="ru-RU" dirty="0" smtClean="0"/>
              <a:t> </a:t>
            </a:r>
            <a:r>
              <a:rPr lang="ru-RU" dirty="0" err="1" smtClean="0"/>
              <a:t>енергоспоживання</a:t>
            </a:r>
            <a:r>
              <a:rPr lang="ru-RU" dirty="0" smtClean="0"/>
              <a:t> — </a:t>
            </a:r>
            <a:r>
              <a:rPr lang="ru-RU" dirty="0" err="1" smtClean="0"/>
              <a:t>і</a:t>
            </a:r>
            <a:r>
              <a:rPr lang="ru-RU" dirty="0" smtClean="0"/>
              <a:t> </a:t>
            </a:r>
            <a:r>
              <a:rPr lang="ru-RU" dirty="0" err="1" smtClean="0"/>
              <a:t>це</a:t>
            </a:r>
            <a:r>
              <a:rPr lang="ru-RU" dirty="0" smtClean="0"/>
              <a:t> ставало </a:t>
            </a:r>
            <a:r>
              <a:rPr lang="ru-RU" dirty="0" err="1" smtClean="0"/>
              <a:t>новим</a:t>
            </a:r>
            <a:r>
              <a:rPr lang="ru-RU" dirty="0" smtClean="0"/>
              <a:t> </a:t>
            </a:r>
            <a:r>
              <a:rPr lang="ru-RU" dirty="0" err="1" smtClean="0"/>
              <a:t>викликом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Новий</a:t>
            </a:r>
            <a:r>
              <a:rPr lang="ru-RU" dirty="0" smtClean="0"/>
              <a:t> </a:t>
            </a:r>
            <a:r>
              <a:rPr lang="ru-RU" dirty="0" err="1" smtClean="0"/>
              <a:t>етап</a:t>
            </a:r>
            <a:r>
              <a:rPr lang="ru-RU" dirty="0" smtClean="0"/>
              <a:t> </a:t>
            </a:r>
            <a:r>
              <a:rPr lang="ru-RU" dirty="0" err="1" smtClean="0"/>
              <a:t>розвитку</a:t>
            </a:r>
            <a:r>
              <a:rPr lang="ru-RU" dirty="0" smtClean="0"/>
              <a:t> </a:t>
            </a:r>
            <a:r>
              <a:rPr lang="en-US" dirty="0" smtClean="0"/>
              <a:t>GPU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У 2012 </a:t>
            </a:r>
            <a:r>
              <a:rPr lang="ru-RU" dirty="0" err="1" smtClean="0"/>
              <a:t>році</a:t>
            </a:r>
            <a:r>
              <a:rPr lang="ru-RU" dirty="0" smtClean="0"/>
              <a:t> </a:t>
            </a:r>
            <a:r>
              <a:rPr lang="ru-RU" dirty="0" err="1" smtClean="0"/>
              <a:t>з’явилася</a:t>
            </a:r>
            <a:r>
              <a:rPr lang="ru-RU" dirty="0" smtClean="0"/>
              <a:t> </a:t>
            </a:r>
            <a:r>
              <a:rPr lang="en-US" dirty="0" err="1" smtClean="0"/>
              <a:t>Radeon</a:t>
            </a:r>
            <a:r>
              <a:rPr lang="en-US" dirty="0" smtClean="0"/>
              <a:t> HD 7970 — </a:t>
            </a:r>
            <a:r>
              <a:rPr lang="ru-RU" dirty="0" err="1" smtClean="0"/>
              <a:t>ще</a:t>
            </a:r>
            <a:r>
              <a:rPr lang="ru-RU" dirty="0" smtClean="0"/>
              <a:t> один </a:t>
            </a:r>
            <a:r>
              <a:rPr lang="ru-RU" dirty="0" err="1" smtClean="0"/>
              <a:t>важливий</a:t>
            </a:r>
            <a:r>
              <a:rPr lang="ru-RU" dirty="0" smtClean="0"/>
              <a:t> </a:t>
            </a:r>
            <a:r>
              <a:rPr lang="ru-RU" dirty="0" err="1" smtClean="0"/>
              <a:t>крок</a:t>
            </a:r>
            <a:r>
              <a:rPr lang="ru-RU" dirty="0" smtClean="0"/>
              <a:t> </a:t>
            </a:r>
            <a:r>
              <a:rPr lang="ru-RU" dirty="0" err="1" smtClean="0"/>
              <a:t>уперед</a:t>
            </a:r>
            <a:r>
              <a:rPr lang="ru-RU" dirty="0" smtClean="0"/>
              <a:t>. Вона </a:t>
            </a:r>
            <a:r>
              <a:rPr lang="ru-RU" dirty="0" err="1" smtClean="0"/>
              <a:t>отримала</a:t>
            </a:r>
            <a:r>
              <a:rPr lang="ru-RU" dirty="0" smtClean="0"/>
              <a:t> </a:t>
            </a:r>
            <a:r>
              <a:rPr lang="ru-RU" dirty="0" err="1" smtClean="0"/>
              <a:t>архітектуру</a:t>
            </a:r>
            <a:r>
              <a:rPr lang="ru-RU" dirty="0" smtClean="0"/>
              <a:t> </a:t>
            </a:r>
            <a:r>
              <a:rPr lang="en-US" dirty="0" smtClean="0"/>
              <a:t>GCN, </a:t>
            </a:r>
            <a:r>
              <a:rPr lang="ru-RU" dirty="0" smtClean="0"/>
              <a:t>яка </a:t>
            </a:r>
            <a:r>
              <a:rPr lang="ru-RU" dirty="0" err="1" smtClean="0"/>
              <a:t>значно</a:t>
            </a:r>
            <a:r>
              <a:rPr lang="ru-RU" dirty="0" smtClean="0"/>
              <a:t> </a:t>
            </a:r>
            <a:r>
              <a:rPr lang="ru-RU" dirty="0" err="1" smtClean="0"/>
              <a:t>краще</a:t>
            </a:r>
            <a:r>
              <a:rPr lang="ru-RU" dirty="0" smtClean="0"/>
              <a:t> </a:t>
            </a:r>
            <a:r>
              <a:rPr lang="ru-RU" dirty="0" err="1" smtClean="0"/>
              <a:t>підходила</a:t>
            </a:r>
            <a:r>
              <a:rPr lang="ru-RU" dirty="0" smtClean="0"/>
              <a:t> для </a:t>
            </a:r>
            <a:r>
              <a:rPr lang="ru-RU" dirty="0" err="1" smtClean="0"/>
              <a:t>складних</a:t>
            </a:r>
            <a:r>
              <a:rPr lang="ru-RU" dirty="0" smtClean="0"/>
              <a:t> </a:t>
            </a:r>
            <a:r>
              <a:rPr lang="ru-RU" dirty="0" err="1" smtClean="0"/>
              <a:t>обчислювальних</a:t>
            </a:r>
            <a:r>
              <a:rPr lang="ru-RU" dirty="0" smtClean="0"/>
              <a:t> задач. </a:t>
            </a:r>
            <a:r>
              <a:rPr lang="ru-RU" dirty="0" err="1" smtClean="0"/>
              <a:t>Саме</a:t>
            </a:r>
            <a:r>
              <a:rPr lang="ru-RU" dirty="0" smtClean="0"/>
              <a:t> </a:t>
            </a:r>
            <a:r>
              <a:rPr lang="ru-RU" dirty="0" err="1" smtClean="0"/>
              <a:t>з</a:t>
            </a:r>
            <a:r>
              <a:rPr lang="ru-RU" dirty="0" smtClean="0"/>
              <a:t> </a:t>
            </a:r>
            <a:r>
              <a:rPr lang="ru-RU" dirty="0" err="1" smtClean="0"/>
              <a:t>цього</a:t>
            </a:r>
            <a:r>
              <a:rPr lang="ru-RU" dirty="0" smtClean="0"/>
              <a:t> моменту </a:t>
            </a:r>
            <a:r>
              <a:rPr lang="en-US" dirty="0" smtClean="0"/>
              <a:t>GPU </a:t>
            </a:r>
            <a:r>
              <a:rPr lang="ru-RU" dirty="0" smtClean="0"/>
              <a:t>почали </a:t>
            </a:r>
            <a:r>
              <a:rPr lang="ru-RU" dirty="0" err="1" smtClean="0"/>
              <a:t>впевнено</a:t>
            </a:r>
            <a:r>
              <a:rPr lang="ru-RU" dirty="0" smtClean="0"/>
              <a:t> </a:t>
            </a:r>
            <a:r>
              <a:rPr lang="ru-RU" dirty="0" err="1" smtClean="0"/>
              <a:t>переходити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вузькоспеціалізованих</a:t>
            </a:r>
            <a:r>
              <a:rPr lang="ru-RU" dirty="0" smtClean="0"/>
              <a:t> </a:t>
            </a:r>
            <a:r>
              <a:rPr lang="ru-RU" dirty="0" err="1" smtClean="0"/>
              <a:t>графічних</a:t>
            </a:r>
            <a:r>
              <a:rPr lang="ru-RU" dirty="0" smtClean="0"/>
              <a:t> </a:t>
            </a:r>
            <a:r>
              <a:rPr lang="ru-RU" dirty="0" err="1" smtClean="0"/>
              <a:t>пристроїв</a:t>
            </a:r>
            <a:r>
              <a:rPr lang="ru-RU" dirty="0" smtClean="0"/>
              <a:t> до </a:t>
            </a:r>
            <a:r>
              <a:rPr lang="ru-RU" dirty="0" err="1" smtClean="0"/>
              <a:t>універсальних</a:t>
            </a:r>
            <a:r>
              <a:rPr lang="ru-RU" dirty="0" smtClean="0"/>
              <a:t> </a:t>
            </a:r>
            <a:r>
              <a:rPr lang="ru-RU" dirty="0" err="1" smtClean="0"/>
              <a:t>обчислювальних</a:t>
            </a:r>
            <a:r>
              <a:rPr lang="ru-RU" dirty="0" smtClean="0"/>
              <a:t> </a:t>
            </a:r>
            <a:r>
              <a:rPr lang="ru-RU" dirty="0" err="1" smtClean="0"/>
              <a:t>інструментів</a:t>
            </a:r>
            <a:r>
              <a:rPr lang="ru-RU" dirty="0" smtClean="0"/>
              <a:t>. </a:t>
            </a:r>
            <a:r>
              <a:rPr lang="en-US" dirty="0" smtClean="0"/>
              <a:t>NVIDIA </a:t>
            </a:r>
            <a:r>
              <a:rPr lang="ru-RU" dirty="0" err="1" smtClean="0"/>
              <a:t>швидко</a:t>
            </a:r>
            <a:r>
              <a:rPr lang="ru-RU" dirty="0" smtClean="0"/>
              <a:t> </a:t>
            </a:r>
            <a:r>
              <a:rPr lang="ru-RU" dirty="0" err="1" smtClean="0"/>
              <a:t>відреагувала</a:t>
            </a:r>
            <a:r>
              <a:rPr lang="ru-RU" dirty="0" smtClean="0"/>
              <a:t>, представивши </a:t>
            </a:r>
            <a:r>
              <a:rPr lang="en-US" dirty="0" smtClean="0"/>
              <a:t>GTX 680. </a:t>
            </a:r>
            <a:r>
              <a:rPr lang="ru-RU" dirty="0" smtClean="0"/>
              <a:t>Тут акцент </a:t>
            </a:r>
            <a:r>
              <a:rPr lang="ru-RU" dirty="0" err="1" smtClean="0"/>
              <a:t>зробили</a:t>
            </a:r>
            <a:r>
              <a:rPr lang="ru-RU" dirty="0" smtClean="0"/>
              <a:t> не </a:t>
            </a:r>
            <a:r>
              <a:rPr lang="ru-RU" dirty="0" err="1" smtClean="0"/>
              <a:t>тільки</a:t>
            </a:r>
            <a:r>
              <a:rPr lang="ru-RU" dirty="0" smtClean="0"/>
              <a:t> на </a:t>
            </a:r>
            <a:r>
              <a:rPr lang="ru-RU" dirty="0" err="1" smtClean="0"/>
              <a:t>продуктивності</a:t>
            </a:r>
            <a:r>
              <a:rPr lang="ru-RU" dirty="0" smtClean="0"/>
              <a:t>, а </a:t>
            </a:r>
            <a:r>
              <a:rPr lang="ru-RU" dirty="0" err="1" smtClean="0"/>
              <a:t>й</a:t>
            </a:r>
            <a:r>
              <a:rPr lang="ru-RU" dirty="0" smtClean="0"/>
              <a:t> на </a:t>
            </a:r>
            <a:r>
              <a:rPr lang="ru-RU" dirty="0" err="1" smtClean="0"/>
              <a:t>енергоефективності</a:t>
            </a:r>
            <a:r>
              <a:rPr lang="ru-RU" dirty="0" smtClean="0"/>
              <a:t>. </a:t>
            </a:r>
            <a:r>
              <a:rPr lang="ru-RU" dirty="0" err="1" smtClean="0"/>
              <a:t>З’явилися</a:t>
            </a:r>
            <a:r>
              <a:rPr lang="ru-RU" dirty="0" smtClean="0"/>
              <a:t> </a:t>
            </a:r>
            <a:r>
              <a:rPr lang="ru-RU" dirty="0" err="1" smtClean="0"/>
              <a:t>технології</a:t>
            </a:r>
            <a:r>
              <a:rPr lang="ru-RU" dirty="0" smtClean="0"/>
              <a:t> </a:t>
            </a:r>
            <a:r>
              <a:rPr lang="en-US" dirty="0" smtClean="0"/>
              <a:t>GPU Boost </a:t>
            </a:r>
            <a:r>
              <a:rPr lang="ru-RU" dirty="0" err="1" smtClean="0"/>
              <a:t>і</a:t>
            </a:r>
            <a:r>
              <a:rPr lang="ru-RU" dirty="0" smtClean="0"/>
              <a:t> </a:t>
            </a:r>
            <a:r>
              <a:rPr lang="en-US" dirty="0" smtClean="0"/>
              <a:t>NVENC: </a:t>
            </a:r>
            <a:r>
              <a:rPr lang="ru-RU" dirty="0" smtClean="0"/>
              <a:t>одна автоматично </a:t>
            </a:r>
            <a:r>
              <a:rPr lang="ru-RU" dirty="0" err="1" smtClean="0"/>
              <a:t>підвищувала</a:t>
            </a:r>
            <a:r>
              <a:rPr lang="ru-RU" dirty="0" smtClean="0"/>
              <a:t> </a:t>
            </a:r>
            <a:r>
              <a:rPr lang="ru-RU" dirty="0" err="1" smtClean="0"/>
              <a:t>продуктивність</a:t>
            </a:r>
            <a:r>
              <a:rPr lang="ru-RU" dirty="0" smtClean="0"/>
              <a:t>, </a:t>
            </a:r>
            <a:r>
              <a:rPr lang="ru-RU" dirty="0" err="1" smtClean="0"/>
              <a:t>інша</a:t>
            </a:r>
            <a:r>
              <a:rPr lang="ru-RU" dirty="0" smtClean="0"/>
              <a:t> — </a:t>
            </a:r>
            <a:r>
              <a:rPr lang="ru-RU" dirty="0" err="1" smtClean="0"/>
              <a:t>значно</a:t>
            </a:r>
            <a:r>
              <a:rPr lang="ru-RU" dirty="0" smtClean="0"/>
              <a:t> </a:t>
            </a:r>
            <a:r>
              <a:rPr lang="ru-RU" dirty="0" err="1" smtClean="0"/>
              <a:t>спрощувала</a:t>
            </a:r>
            <a:r>
              <a:rPr lang="ru-RU" dirty="0" smtClean="0"/>
              <a:t> </a:t>
            </a:r>
            <a:r>
              <a:rPr lang="ru-RU" dirty="0" err="1" smtClean="0"/>
              <a:t>кодування</a:t>
            </a:r>
            <a:r>
              <a:rPr lang="ru-RU" dirty="0" smtClean="0"/>
              <a:t> </a:t>
            </a:r>
            <a:r>
              <a:rPr lang="ru-RU" dirty="0" err="1" smtClean="0"/>
              <a:t>відео</a:t>
            </a:r>
            <a:r>
              <a:rPr lang="ru-RU" dirty="0" smtClean="0"/>
              <a:t>.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відкрило</a:t>
            </a:r>
            <a:r>
              <a:rPr lang="ru-RU" dirty="0" smtClean="0"/>
              <a:t> </a:t>
            </a:r>
            <a:r>
              <a:rPr lang="ru-RU" dirty="0" err="1" smtClean="0"/>
              <a:t>нові</a:t>
            </a:r>
            <a:r>
              <a:rPr lang="ru-RU" dirty="0" smtClean="0"/>
              <a:t> </a:t>
            </a:r>
            <a:r>
              <a:rPr lang="ru-RU" dirty="0" err="1" smtClean="0"/>
              <a:t>можливості</a:t>
            </a:r>
            <a:r>
              <a:rPr lang="ru-RU" dirty="0" smtClean="0"/>
              <a:t> для </a:t>
            </a:r>
            <a:r>
              <a:rPr lang="ru-RU" dirty="0" err="1" smtClean="0"/>
              <a:t>стримерів</a:t>
            </a:r>
            <a:r>
              <a:rPr lang="ru-RU" dirty="0" smtClean="0"/>
              <a:t>, </a:t>
            </a:r>
            <a:r>
              <a:rPr lang="ru-RU" dirty="0" err="1" smtClean="0"/>
              <a:t>блогерів</a:t>
            </a:r>
            <a:r>
              <a:rPr lang="ru-RU" dirty="0" smtClean="0"/>
              <a:t> </a:t>
            </a:r>
            <a:r>
              <a:rPr lang="ru-RU" dirty="0" err="1" smtClean="0"/>
              <a:t>і</a:t>
            </a:r>
            <a:r>
              <a:rPr lang="ru-RU" dirty="0" smtClean="0"/>
              <a:t> </a:t>
            </a:r>
            <a:r>
              <a:rPr lang="ru-RU" dirty="0" err="1" smtClean="0"/>
              <a:t>всіх</a:t>
            </a:r>
            <a:r>
              <a:rPr lang="ru-RU" dirty="0" smtClean="0"/>
              <a:t>, </a:t>
            </a:r>
            <a:r>
              <a:rPr lang="ru-RU" dirty="0" err="1" smtClean="0"/>
              <a:t>хто</a:t>
            </a:r>
            <a:r>
              <a:rPr lang="ru-RU" dirty="0" smtClean="0"/>
              <a:t> </a:t>
            </a:r>
            <a:r>
              <a:rPr lang="ru-RU" dirty="0" err="1" smtClean="0"/>
              <a:t>працює</a:t>
            </a:r>
            <a:r>
              <a:rPr lang="ru-RU" dirty="0" smtClean="0"/>
              <a:t> </a:t>
            </a:r>
            <a:r>
              <a:rPr lang="ru-RU" dirty="0" err="1" smtClean="0"/>
              <a:t>з</a:t>
            </a:r>
            <a:r>
              <a:rPr lang="ru-RU" dirty="0" smtClean="0"/>
              <a:t> </a:t>
            </a:r>
            <a:r>
              <a:rPr lang="ru-RU" dirty="0" err="1" smtClean="0"/>
              <a:t>відео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5" name="Содержимое 4" descr="photo_2026-05-07_19-08-14-removebg-preview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3708236" y="1676400"/>
            <a:ext cx="4845377" cy="45720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Флагманські</a:t>
            </a:r>
            <a:r>
              <a:rPr lang="ru-RU" dirty="0" smtClean="0"/>
              <a:t> </a:t>
            </a:r>
            <a:r>
              <a:rPr lang="ru-RU" dirty="0" err="1" smtClean="0"/>
              <a:t>моделі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 err="1" smtClean="0"/>
              <a:t>Згодом</a:t>
            </a:r>
            <a:r>
              <a:rPr lang="ru-RU" dirty="0" smtClean="0"/>
              <a:t> на ринку </a:t>
            </a:r>
            <a:r>
              <a:rPr lang="ru-RU" dirty="0" err="1" smtClean="0"/>
              <a:t>з’явилися</a:t>
            </a:r>
            <a:r>
              <a:rPr lang="ru-RU" dirty="0" smtClean="0"/>
              <a:t> </a:t>
            </a:r>
            <a:r>
              <a:rPr lang="ru-RU" dirty="0" err="1" smtClean="0"/>
              <a:t>флагманські</a:t>
            </a:r>
            <a:r>
              <a:rPr lang="ru-RU" dirty="0" smtClean="0"/>
              <a:t> </a:t>
            </a:r>
            <a:r>
              <a:rPr lang="ru-RU" dirty="0" err="1" smtClean="0"/>
              <a:t>моделі</a:t>
            </a:r>
            <a:r>
              <a:rPr lang="ru-RU" dirty="0" smtClean="0"/>
              <a:t>, </a:t>
            </a:r>
            <a:r>
              <a:rPr lang="ru-RU" dirty="0" err="1" smtClean="0"/>
              <a:t>такі</a:t>
            </a:r>
            <a:r>
              <a:rPr lang="ru-RU" dirty="0" smtClean="0"/>
              <a:t> як </a:t>
            </a:r>
            <a:r>
              <a:rPr lang="en-US" dirty="0" smtClean="0"/>
              <a:t>GTX Titan. </a:t>
            </a:r>
            <a:r>
              <a:rPr lang="ru-RU" dirty="0" smtClean="0"/>
              <a:t>Вона стала </a:t>
            </a:r>
            <a:r>
              <a:rPr lang="ru-RU" dirty="0" err="1" smtClean="0"/>
              <a:t>своєрідним</a:t>
            </a:r>
            <a:r>
              <a:rPr lang="ru-RU" dirty="0" smtClean="0"/>
              <a:t> </a:t>
            </a:r>
            <a:r>
              <a:rPr lang="ru-RU" dirty="0" err="1" smtClean="0"/>
              <a:t>містком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</a:t>
            </a:r>
            <a:r>
              <a:rPr lang="ru-RU" dirty="0" err="1" smtClean="0"/>
              <a:t>ігровими</a:t>
            </a:r>
            <a:r>
              <a:rPr lang="ru-RU" dirty="0" smtClean="0"/>
              <a:t> та </a:t>
            </a:r>
            <a:r>
              <a:rPr lang="ru-RU" dirty="0" err="1" smtClean="0"/>
              <a:t>професійними</a:t>
            </a:r>
            <a:r>
              <a:rPr lang="ru-RU" dirty="0" smtClean="0"/>
              <a:t> </a:t>
            </a:r>
            <a:r>
              <a:rPr lang="ru-RU" dirty="0" err="1" smtClean="0"/>
              <a:t>рішеннями</a:t>
            </a:r>
            <a:r>
              <a:rPr lang="ru-RU" dirty="0" smtClean="0"/>
              <a:t>. </a:t>
            </a:r>
            <a:r>
              <a:rPr lang="en-US" dirty="0" smtClean="0"/>
              <a:t>AMD, </a:t>
            </a:r>
            <a:r>
              <a:rPr lang="ru-RU" dirty="0" smtClean="0"/>
              <a:t>у свою </a:t>
            </a:r>
            <a:r>
              <a:rPr lang="ru-RU" dirty="0" err="1" smtClean="0"/>
              <a:t>чергу</a:t>
            </a:r>
            <a:r>
              <a:rPr lang="ru-RU" dirty="0" smtClean="0"/>
              <a:t>, </a:t>
            </a:r>
            <a:r>
              <a:rPr lang="ru-RU" dirty="0" err="1" smtClean="0"/>
              <a:t>відповіла</a:t>
            </a:r>
            <a:r>
              <a:rPr lang="ru-RU" dirty="0" smtClean="0"/>
              <a:t> </a:t>
            </a:r>
            <a:r>
              <a:rPr lang="ru-RU" dirty="0" err="1" smtClean="0"/>
              <a:t>моделлю</a:t>
            </a:r>
            <a:r>
              <a:rPr lang="ru-RU" dirty="0" smtClean="0"/>
              <a:t> </a:t>
            </a:r>
            <a:r>
              <a:rPr lang="en-US" dirty="0" smtClean="0"/>
              <a:t>R9 290X — </a:t>
            </a:r>
            <a:r>
              <a:rPr lang="ru-RU" dirty="0" err="1" smtClean="0"/>
              <a:t>і</a:t>
            </a:r>
            <a:r>
              <a:rPr lang="ru-RU" dirty="0" smtClean="0"/>
              <a:t> </a:t>
            </a:r>
            <a:r>
              <a:rPr lang="ru-RU" dirty="0" err="1" smtClean="0"/>
              <a:t>конкуренція</a:t>
            </a:r>
            <a:r>
              <a:rPr lang="ru-RU" dirty="0" smtClean="0"/>
              <a:t> </a:t>
            </a:r>
            <a:r>
              <a:rPr lang="ru-RU" dirty="0" err="1" smtClean="0"/>
              <a:t>лише</a:t>
            </a:r>
            <a:r>
              <a:rPr lang="ru-RU" dirty="0" smtClean="0"/>
              <a:t> </a:t>
            </a:r>
            <a:r>
              <a:rPr lang="ru-RU" dirty="0" err="1" smtClean="0"/>
              <a:t>загострилася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пішло</a:t>
            </a:r>
            <a:r>
              <a:rPr lang="ru-RU" dirty="0" smtClean="0"/>
              <a:t> на </a:t>
            </a:r>
            <a:r>
              <a:rPr lang="ru-RU" dirty="0" err="1" smtClean="0"/>
              <a:t>користь</a:t>
            </a:r>
            <a:r>
              <a:rPr lang="ru-RU" dirty="0" smtClean="0"/>
              <a:t> </a:t>
            </a:r>
            <a:r>
              <a:rPr lang="ru-RU" dirty="0" err="1" smtClean="0"/>
              <a:t>користувачам</a:t>
            </a:r>
            <a:r>
              <a:rPr lang="ru-RU" dirty="0" smtClean="0"/>
              <a:t>. </a:t>
            </a:r>
            <a:r>
              <a:rPr lang="ru-RU" dirty="0" err="1" smtClean="0"/>
              <a:t>Окремо</a:t>
            </a:r>
            <a:r>
              <a:rPr lang="ru-RU" dirty="0" smtClean="0"/>
              <a:t> </a:t>
            </a:r>
            <a:r>
              <a:rPr lang="ru-RU" dirty="0" err="1" smtClean="0"/>
              <a:t>варто</a:t>
            </a:r>
            <a:r>
              <a:rPr lang="ru-RU" dirty="0" smtClean="0"/>
              <a:t> </a:t>
            </a:r>
            <a:r>
              <a:rPr lang="ru-RU" dirty="0" err="1" smtClean="0"/>
              <a:t>згадати</a:t>
            </a:r>
            <a:r>
              <a:rPr lang="ru-RU" dirty="0" smtClean="0"/>
              <a:t> </a:t>
            </a:r>
            <a:r>
              <a:rPr lang="en-US" dirty="0" smtClean="0"/>
              <a:t>GTX 750 Ti, </a:t>
            </a:r>
            <a:r>
              <a:rPr lang="ru-RU" dirty="0" smtClean="0"/>
              <a:t>яка </a:t>
            </a:r>
            <a:r>
              <a:rPr lang="ru-RU" dirty="0" err="1" smtClean="0"/>
              <a:t>вийшла</a:t>
            </a:r>
            <a:r>
              <a:rPr lang="ru-RU" dirty="0" smtClean="0"/>
              <a:t> у 2014 </a:t>
            </a:r>
            <a:r>
              <a:rPr lang="ru-RU" dirty="0" err="1" smtClean="0"/>
              <a:t>році</a:t>
            </a:r>
            <a:r>
              <a:rPr lang="ru-RU" dirty="0" smtClean="0"/>
              <a:t>. Вона </a:t>
            </a:r>
            <a:r>
              <a:rPr lang="ru-RU" dirty="0" err="1" smtClean="0"/>
              <a:t>продемонструвала</a:t>
            </a:r>
            <a:r>
              <a:rPr lang="ru-RU" dirty="0" smtClean="0"/>
              <a:t> </a:t>
            </a:r>
            <a:r>
              <a:rPr lang="ru-RU" dirty="0" err="1" smtClean="0"/>
              <a:t>важливу</a:t>
            </a:r>
            <a:r>
              <a:rPr lang="ru-RU" dirty="0" smtClean="0"/>
              <a:t> </a:t>
            </a:r>
            <a:r>
              <a:rPr lang="ru-RU" dirty="0" err="1" smtClean="0"/>
              <a:t>зміну</a:t>
            </a:r>
            <a:r>
              <a:rPr lang="ru-RU" dirty="0" smtClean="0"/>
              <a:t> </a:t>
            </a:r>
            <a:r>
              <a:rPr lang="ru-RU" dirty="0" err="1" smtClean="0"/>
              <a:t>підходу</a:t>
            </a:r>
            <a:r>
              <a:rPr lang="ru-RU" dirty="0" smtClean="0"/>
              <a:t>: </a:t>
            </a:r>
            <a:r>
              <a:rPr lang="ru-RU" dirty="0" err="1" smtClean="0"/>
              <a:t>тепер</a:t>
            </a:r>
            <a:r>
              <a:rPr lang="ru-RU" dirty="0" smtClean="0"/>
              <a:t> головне — не </a:t>
            </a:r>
            <a:r>
              <a:rPr lang="ru-RU" dirty="0" err="1" smtClean="0"/>
              <a:t>тільки</a:t>
            </a:r>
            <a:r>
              <a:rPr lang="ru-RU" dirty="0" smtClean="0"/>
              <a:t> “</a:t>
            </a:r>
            <a:r>
              <a:rPr lang="ru-RU" dirty="0" err="1" smtClean="0"/>
              <a:t>більше</a:t>
            </a:r>
            <a:r>
              <a:rPr lang="ru-RU" dirty="0" smtClean="0"/>
              <a:t> </a:t>
            </a:r>
            <a:r>
              <a:rPr lang="ru-RU" dirty="0" err="1" smtClean="0"/>
              <a:t>потужності</a:t>
            </a:r>
            <a:r>
              <a:rPr lang="ru-RU" dirty="0" smtClean="0"/>
              <a:t>”, а “</a:t>
            </a:r>
            <a:r>
              <a:rPr lang="ru-RU" dirty="0" err="1" smtClean="0"/>
              <a:t>більше</a:t>
            </a:r>
            <a:r>
              <a:rPr lang="ru-RU" dirty="0" smtClean="0"/>
              <a:t> </a:t>
            </a:r>
            <a:r>
              <a:rPr lang="ru-RU" dirty="0" err="1" smtClean="0"/>
              <a:t>ефективності</a:t>
            </a:r>
            <a:r>
              <a:rPr lang="ru-RU" dirty="0" smtClean="0"/>
              <a:t>”. </a:t>
            </a:r>
            <a:r>
              <a:rPr lang="ru-RU" dirty="0" err="1" smtClean="0"/>
              <a:t>Іншими</a:t>
            </a:r>
            <a:r>
              <a:rPr lang="ru-RU" dirty="0" smtClean="0"/>
              <a:t> словами, </a:t>
            </a:r>
            <a:r>
              <a:rPr lang="ru-RU" dirty="0" err="1" smtClean="0"/>
              <a:t>більше</a:t>
            </a:r>
            <a:r>
              <a:rPr lang="ru-RU" dirty="0" smtClean="0"/>
              <a:t> результату при </a:t>
            </a:r>
            <a:r>
              <a:rPr lang="ru-RU" dirty="0" err="1" smtClean="0"/>
              <a:t>менших</a:t>
            </a:r>
            <a:r>
              <a:rPr lang="ru-RU" dirty="0" smtClean="0"/>
              <a:t> </a:t>
            </a:r>
            <a:r>
              <a:rPr lang="ru-RU" dirty="0" err="1" smtClean="0"/>
              <a:t>витратах</a:t>
            </a:r>
            <a:r>
              <a:rPr lang="ru-RU" dirty="0" smtClean="0"/>
              <a:t> </a:t>
            </a:r>
            <a:r>
              <a:rPr lang="ru-RU" dirty="0" err="1" smtClean="0"/>
              <a:t>енергії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6" name="Содержимое 5" descr="photo_2026-05-07_19-11-39-removebg-preview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3844925" y="1676400"/>
            <a:ext cx="4572000" cy="45720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________________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 err="1" smtClean="0"/>
              <a:t>Цю</a:t>
            </a:r>
            <a:r>
              <a:rPr lang="ru-RU" dirty="0" smtClean="0"/>
              <a:t> </a:t>
            </a:r>
            <a:r>
              <a:rPr lang="ru-RU" dirty="0" err="1" smtClean="0"/>
              <a:t>ідею</a:t>
            </a:r>
            <a:r>
              <a:rPr lang="ru-RU" dirty="0" smtClean="0"/>
              <a:t> </a:t>
            </a:r>
            <a:r>
              <a:rPr lang="ru-RU" dirty="0" err="1" smtClean="0"/>
              <a:t>успішно</a:t>
            </a:r>
            <a:r>
              <a:rPr lang="ru-RU" dirty="0" smtClean="0"/>
              <a:t> </a:t>
            </a:r>
            <a:r>
              <a:rPr lang="ru-RU" dirty="0" err="1" smtClean="0"/>
              <a:t>підхопили</a:t>
            </a:r>
            <a:r>
              <a:rPr lang="ru-RU" dirty="0" smtClean="0"/>
              <a:t> </a:t>
            </a:r>
            <a:r>
              <a:rPr lang="en-US" dirty="0" smtClean="0"/>
              <a:t>GTX 970 </a:t>
            </a:r>
            <a:r>
              <a:rPr lang="ru-RU" dirty="0" smtClean="0"/>
              <a:t>та </a:t>
            </a:r>
            <a:r>
              <a:rPr lang="en-US" dirty="0" smtClean="0"/>
              <a:t>GTX 980. </a:t>
            </a:r>
            <a:r>
              <a:rPr lang="ru-RU" dirty="0" smtClean="0"/>
              <a:t>Вони </a:t>
            </a:r>
            <a:r>
              <a:rPr lang="ru-RU" dirty="0" err="1" smtClean="0"/>
              <a:t>швидко</a:t>
            </a:r>
            <a:r>
              <a:rPr lang="ru-RU" dirty="0" smtClean="0"/>
              <a:t> </a:t>
            </a:r>
            <a:r>
              <a:rPr lang="ru-RU" dirty="0" err="1" smtClean="0"/>
              <a:t>здобули</a:t>
            </a:r>
            <a:r>
              <a:rPr lang="ru-RU" dirty="0" smtClean="0"/>
              <a:t> </a:t>
            </a:r>
            <a:r>
              <a:rPr lang="ru-RU" dirty="0" err="1" smtClean="0"/>
              <a:t>популярність</a:t>
            </a:r>
            <a:r>
              <a:rPr lang="ru-RU" dirty="0" smtClean="0"/>
              <a:t>, тому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пропонували</a:t>
            </a:r>
            <a:r>
              <a:rPr lang="ru-RU" dirty="0" smtClean="0"/>
              <a:t> </a:t>
            </a:r>
            <a:r>
              <a:rPr lang="ru-RU" dirty="0" err="1" smtClean="0"/>
              <a:t>саме</a:t>
            </a:r>
            <a:r>
              <a:rPr lang="ru-RU" dirty="0" smtClean="0"/>
              <a:t> те,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 smtClean="0"/>
              <a:t>більшості</a:t>
            </a:r>
            <a:r>
              <a:rPr lang="ru-RU" dirty="0" smtClean="0"/>
              <a:t> </a:t>
            </a:r>
            <a:r>
              <a:rPr lang="ru-RU" dirty="0" err="1" smtClean="0"/>
              <a:t>користувачів</a:t>
            </a:r>
            <a:r>
              <a:rPr lang="ru-RU" dirty="0" smtClean="0"/>
              <a:t>: баланс </a:t>
            </a:r>
            <a:r>
              <a:rPr lang="ru-RU" dirty="0" err="1" smtClean="0"/>
              <a:t>між</a:t>
            </a:r>
            <a:r>
              <a:rPr lang="ru-RU" dirty="0" smtClean="0"/>
              <a:t> </a:t>
            </a:r>
            <a:r>
              <a:rPr lang="ru-RU" dirty="0" err="1" smtClean="0"/>
              <a:t>ціною</a:t>
            </a:r>
            <a:r>
              <a:rPr lang="ru-RU" dirty="0" smtClean="0"/>
              <a:t>, </a:t>
            </a:r>
            <a:r>
              <a:rPr lang="ru-RU" dirty="0" err="1" smtClean="0"/>
              <a:t>продуктивністю</a:t>
            </a:r>
            <a:r>
              <a:rPr lang="ru-RU" dirty="0" smtClean="0"/>
              <a:t> та </a:t>
            </a:r>
            <a:r>
              <a:rPr lang="ru-RU" dirty="0" err="1" smtClean="0"/>
              <a:t>енергоспоживанням</a:t>
            </a:r>
            <a:r>
              <a:rPr lang="ru-RU" dirty="0" smtClean="0"/>
              <a:t>. </a:t>
            </a:r>
            <a:r>
              <a:rPr lang="ru-RU" dirty="0" err="1" smtClean="0"/>
              <a:t>Отже</a:t>
            </a:r>
            <a:r>
              <a:rPr lang="ru-RU" dirty="0" smtClean="0"/>
              <a:t>, за </a:t>
            </a:r>
            <a:r>
              <a:rPr lang="ru-RU" dirty="0" err="1" smtClean="0"/>
              <a:t>ці</a:t>
            </a:r>
            <a:r>
              <a:rPr lang="ru-RU" dirty="0" smtClean="0"/>
              <a:t> 15 </a:t>
            </a:r>
            <a:r>
              <a:rPr lang="ru-RU" dirty="0" err="1" smtClean="0"/>
              <a:t>років</a:t>
            </a:r>
            <a:r>
              <a:rPr lang="ru-RU" dirty="0" smtClean="0"/>
              <a:t> </a:t>
            </a:r>
            <a:r>
              <a:rPr lang="ru-RU" dirty="0" err="1" smtClean="0"/>
              <a:t>відеокарти</a:t>
            </a:r>
            <a:r>
              <a:rPr lang="ru-RU" dirty="0" smtClean="0"/>
              <a:t> </a:t>
            </a:r>
            <a:r>
              <a:rPr lang="ru-RU" dirty="0" err="1" smtClean="0"/>
              <a:t>пройшли</a:t>
            </a:r>
            <a:r>
              <a:rPr lang="ru-RU" dirty="0" smtClean="0"/>
              <a:t> </a:t>
            </a:r>
            <a:r>
              <a:rPr lang="ru-RU" dirty="0" err="1" smtClean="0"/>
              <a:t>справді</a:t>
            </a:r>
            <a:r>
              <a:rPr lang="ru-RU" dirty="0" smtClean="0"/>
              <a:t> </a:t>
            </a:r>
            <a:r>
              <a:rPr lang="ru-RU" dirty="0" err="1" smtClean="0"/>
              <a:t>вражаючий</a:t>
            </a:r>
            <a:r>
              <a:rPr lang="ru-RU" dirty="0" smtClean="0"/>
              <a:t> шлях. </a:t>
            </a:r>
            <a:r>
              <a:rPr lang="ru-RU" dirty="0" err="1" smtClean="0"/>
              <a:t>Від</a:t>
            </a:r>
            <a:r>
              <a:rPr lang="ru-RU" dirty="0" smtClean="0"/>
              <a:t> простого </a:t>
            </a:r>
            <a:r>
              <a:rPr lang="ru-RU" dirty="0" err="1" smtClean="0"/>
              <a:t>інструмента</a:t>
            </a:r>
            <a:r>
              <a:rPr lang="ru-RU" dirty="0" smtClean="0"/>
              <a:t> для </a:t>
            </a:r>
            <a:r>
              <a:rPr lang="ru-RU" dirty="0" err="1" smtClean="0"/>
              <a:t>ігор</a:t>
            </a:r>
            <a:r>
              <a:rPr lang="ru-RU" dirty="0" smtClean="0"/>
              <a:t> вони </a:t>
            </a:r>
            <a:r>
              <a:rPr lang="ru-RU" dirty="0" err="1" smtClean="0"/>
              <a:t>перетворилися</a:t>
            </a:r>
            <a:r>
              <a:rPr lang="ru-RU" dirty="0" smtClean="0"/>
              <a:t> на </a:t>
            </a:r>
            <a:r>
              <a:rPr lang="ru-RU" dirty="0" err="1" smtClean="0"/>
              <a:t>універсальні</a:t>
            </a:r>
            <a:r>
              <a:rPr lang="ru-RU" dirty="0" smtClean="0"/>
              <a:t> </a:t>
            </a:r>
            <a:r>
              <a:rPr lang="ru-RU" dirty="0" err="1" smtClean="0"/>
              <a:t>обчислювальні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, без </a:t>
            </a:r>
            <a:r>
              <a:rPr lang="ru-RU" dirty="0" err="1" smtClean="0"/>
              <a:t>яких</a:t>
            </a:r>
            <a:r>
              <a:rPr lang="ru-RU" dirty="0" smtClean="0"/>
              <a:t> </a:t>
            </a:r>
            <a:r>
              <a:rPr lang="ru-RU" dirty="0" err="1" smtClean="0"/>
              <a:t>важко</a:t>
            </a:r>
            <a:r>
              <a:rPr lang="ru-RU" dirty="0" smtClean="0"/>
              <a:t> </a:t>
            </a:r>
            <a:r>
              <a:rPr lang="ru-RU" dirty="0" err="1" smtClean="0"/>
              <a:t>уявити</a:t>
            </a:r>
            <a:r>
              <a:rPr lang="ru-RU" dirty="0" smtClean="0"/>
              <a:t> </a:t>
            </a:r>
            <a:r>
              <a:rPr lang="ru-RU" dirty="0" err="1" smtClean="0"/>
              <a:t>сучасний</a:t>
            </a:r>
            <a:r>
              <a:rPr lang="ru-RU" dirty="0" smtClean="0"/>
              <a:t> </a:t>
            </a:r>
            <a:r>
              <a:rPr lang="ru-RU" dirty="0" err="1" smtClean="0"/>
              <a:t>світ</a:t>
            </a:r>
            <a:r>
              <a:rPr lang="ru-RU" dirty="0" smtClean="0"/>
              <a:t> </a:t>
            </a:r>
            <a:r>
              <a:rPr lang="ru-RU" dirty="0" err="1" smtClean="0"/>
              <a:t>технологій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5" name="Содержимое 4" descr="photo_2026-05-07_19-10-23-removebg-preview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3575050" y="2044386"/>
            <a:ext cx="5111750" cy="383602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__________________________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 smtClean="0"/>
              <a:t>Сьогодні</a:t>
            </a:r>
            <a:r>
              <a:rPr lang="ru-RU" dirty="0" smtClean="0"/>
              <a:t> GPU </a:t>
            </a:r>
            <a:r>
              <a:rPr lang="ru-RU" dirty="0" err="1" smtClean="0"/>
              <a:t>використовуються</a:t>
            </a:r>
            <a:r>
              <a:rPr lang="ru-RU" dirty="0" smtClean="0"/>
              <a:t> далеко за межами </a:t>
            </a:r>
            <a:r>
              <a:rPr lang="ru-RU" dirty="0" err="1" smtClean="0"/>
              <a:t>геймінгу</a:t>
            </a:r>
            <a:r>
              <a:rPr lang="ru-RU" dirty="0" smtClean="0"/>
              <a:t>. Вони лежать в </a:t>
            </a:r>
            <a:r>
              <a:rPr lang="ru-RU" dirty="0" err="1" smtClean="0"/>
              <a:t>основі</a:t>
            </a:r>
            <a:r>
              <a:rPr lang="ru-RU" dirty="0" smtClean="0"/>
              <a:t> штучного </a:t>
            </a:r>
            <a:r>
              <a:rPr lang="ru-RU" dirty="0" err="1" smtClean="0"/>
              <a:t>інтелекту</a:t>
            </a:r>
            <a:r>
              <a:rPr lang="ru-RU" dirty="0" smtClean="0"/>
              <a:t>, </a:t>
            </a:r>
            <a:r>
              <a:rPr lang="ru-RU" dirty="0" err="1" smtClean="0"/>
              <a:t>допомагають</a:t>
            </a:r>
            <a:r>
              <a:rPr lang="ru-RU" dirty="0" smtClean="0"/>
              <a:t> </a:t>
            </a:r>
            <a:r>
              <a:rPr lang="ru-RU" dirty="0" err="1" smtClean="0"/>
              <a:t>обробляти</a:t>
            </a:r>
            <a:r>
              <a:rPr lang="ru-RU" dirty="0" smtClean="0"/>
              <a:t> </a:t>
            </a:r>
            <a:r>
              <a:rPr lang="ru-RU" dirty="0" err="1" smtClean="0"/>
              <a:t>відео</a:t>
            </a:r>
            <a:r>
              <a:rPr lang="ru-RU" dirty="0" smtClean="0"/>
              <a:t>, </a:t>
            </a:r>
            <a:r>
              <a:rPr lang="ru-RU" dirty="0" err="1" smtClean="0"/>
              <a:t>застосовуються</a:t>
            </a:r>
            <a:r>
              <a:rPr lang="ru-RU" dirty="0" smtClean="0"/>
              <a:t> в </a:t>
            </a:r>
            <a:r>
              <a:rPr lang="ru-RU" dirty="0" err="1" smtClean="0"/>
              <a:t>науці</a:t>
            </a:r>
            <a:r>
              <a:rPr lang="ru-RU" dirty="0" smtClean="0"/>
              <a:t> </a:t>
            </a:r>
            <a:r>
              <a:rPr lang="ru-RU" dirty="0" err="1" smtClean="0"/>
              <a:t>й</a:t>
            </a:r>
            <a:r>
              <a:rPr lang="ru-RU" dirty="0" smtClean="0"/>
              <a:t> </a:t>
            </a:r>
            <a:r>
              <a:rPr lang="ru-RU" dirty="0" err="1" smtClean="0"/>
              <a:t>навіть</a:t>
            </a:r>
            <a:r>
              <a:rPr lang="ru-RU" dirty="0" smtClean="0"/>
              <a:t> у </a:t>
            </a:r>
            <a:r>
              <a:rPr lang="ru-RU" dirty="0" err="1" smtClean="0"/>
              <a:t>сучасних</a:t>
            </a:r>
            <a:r>
              <a:rPr lang="ru-RU" dirty="0" smtClean="0"/>
              <a:t> </a:t>
            </a:r>
            <a:r>
              <a:rPr lang="ru-RU" dirty="0" err="1" smtClean="0"/>
              <a:t>автомобілях</a:t>
            </a:r>
            <a:r>
              <a:rPr lang="ru-RU" dirty="0" smtClean="0"/>
              <a:t>. І, схоже,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лише</a:t>
            </a:r>
            <a:r>
              <a:rPr lang="ru-RU" dirty="0" smtClean="0"/>
              <a:t> початок. У </a:t>
            </a:r>
            <a:r>
              <a:rPr lang="ru-RU" dirty="0" err="1" smtClean="0"/>
              <a:t>майбутньому</a:t>
            </a:r>
            <a:r>
              <a:rPr lang="ru-RU" dirty="0" smtClean="0"/>
              <a:t> </a:t>
            </a:r>
            <a:r>
              <a:rPr lang="ru-RU" dirty="0" err="1" smtClean="0"/>
              <a:t>їхня</a:t>
            </a:r>
            <a:r>
              <a:rPr lang="ru-RU" dirty="0" smtClean="0"/>
              <a:t> роль стане </a:t>
            </a:r>
            <a:r>
              <a:rPr lang="ru-RU" dirty="0" err="1" smtClean="0"/>
              <a:t>ще</a:t>
            </a:r>
            <a:r>
              <a:rPr lang="ru-RU" dirty="0" smtClean="0"/>
              <a:t> </a:t>
            </a:r>
            <a:r>
              <a:rPr lang="ru-RU" dirty="0" err="1" smtClean="0"/>
              <a:t>більш</a:t>
            </a:r>
            <a:r>
              <a:rPr lang="ru-RU" dirty="0" smtClean="0"/>
              <a:t> </a:t>
            </a:r>
            <a:r>
              <a:rPr lang="ru-RU" dirty="0" err="1" smtClean="0"/>
              <a:t>значущою</a:t>
            </a:r>
            <a:r>
              <a:rPr lang="ru-RU" dirty="0" smtClean="0"/>
              <a:t>. </a:t>
            </a:r>
            <a:r>
              <a:rPr lang="ru-RU" dirty="0" err="1" smtClean="0"/>
              <a:t>пожешь</a:t>
            </a:r>
            <a:r>
              <a:rPr lang="ru-RU" dirty="0" smtClean="0"/>
              <a:t> </a:t>
            </a:r>
            <a:r>
              <a:rPr lang="ru-RU" dirty="0" err="1" smtClean="0"/>
              <a:t>етот</a:t>
            </a:r>
            <a:r>
              <a:rPr lang="ru-RU" dirty="0" smtClean="0"/>
              <a:t> </a:t>
            </a:r>
            <a:r>
              <a:rPr lang="ru-RU" dirty="0" err="1" smtClean="0"/>
              <a:t>ектст</a:t>
            </a:r>
            <a:r>
              <a:rPr lang="ru-RU" dirty="0" smtClean="0"/>
              <a:t> </a:t>
            </a:r>
            <a:r>
              <a:rPr lang="ru-RU" dirty="0" err="1" smtClean="0"/>
              <a:t>полностю</a:t>
            </a:r>
            <a:r>
              <a:rPr lang="ru-RU" dirty="0" smtClean="0"/>
              <a:t> использовать и поделить его для меня что я мог сделать </a:t>
            </a:r>
            <a:r>
              <a:rPr lang="ru-RU" dirty="0" err="1" smtClean="0"/>
              <a:t>презентацію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5" name="Содержимое 4" descr="photo_2026-05-07_19-14-08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238750" y="3337719"/>
            <a:ext cx="2857500" cy="16002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</TotalTime>
  <Words>483</Words>
  <Application>Microsoft Office PowerPoint</Application>
  <PresentationFormat>Экран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Поток</vt:lpstr>
      <vt:lpstr>Еволюція GPU</vt:lpstr>
      <vt:lpstr>GPU у 2010 році</vt:lpstr>
      <vt:lpstr>__________________________</vt:lpstr>
      <vt:lpstr>Новий етап розвитку GPU</vt:lpstr>
      <vt:lpstr>Флагманські моделі</vt:lpstr>
      <vt:lpstr>________________</vt:lpstr>
      <vt:lpstr>__________________________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Еволюція GPU</dc:title>
  <dc:creator>ПК</dc:creator>
  <cp:lastModifiedBy>ПК</cp:lastModifiedBy>
  <cp:revision>3</cp:revision>
  <dcterms:created xsi:type="dcterms:W3CDTF">2026-05-07T15:55:55Z</dcterms:created>
  <dcterms:modified xsi:type="dcterms:W3CDTF">2026-05-07T16:14:22Z</dcterms:modified>
</cp:coreProperties>
</file>